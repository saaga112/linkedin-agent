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109728" cy="50337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731520"/>
            <a:ext cx="2377440" cy="3474720"/>
          </a:xfrm>
          <a:prstGeom prst="rect">
            <a:avLst/>
          </a:prstGeom>
          <a:solidFill>
            <a:srgbClr val="0D1B3E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0" y="100584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🤖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400800" y="21945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0891B2"/>
                </a:solidFill>
              </a:rPr>
              <a:t>AI AGENT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75120" y="2670048"/>
            <a:ext cx="18288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2743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BD5E1"/>
                </a:solidFill>
              </a:rPr>
              <a:t>LinkedIn Automation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914400"/>
            <a:ext cx="5669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AI Agent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65760" y="173736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Process Workflow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65760" y="2331720"/>
            <a:ext cx="50292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46888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Auto-posts AI/Data Engineering content · Replies to every comment &amp; DM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4114800"/>
            <a:ext cx="347472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" y="411480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Satyam Agarwal  </a:t>
            </a:r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AI / Data Engineering Architect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System Architecture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34155"/>
                </a:solidFill>
              </a:rPr>
              <a:t>Hybrid: LinkedIn Official API  +  Playwright Browser Automation  +  Claude AI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960120"/>
            <a:ext cx="2057400" cy="12344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82880" y="10515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⏰  Scheduler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1874520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146304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1FAE5"/>
                </a:solidFill>
              </a:rPr>
              <a:t>APScheduler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1FAE5"/>
                </a:solidFill>
              </a:rPr>
              <a:t>Weekly post · 30-min scan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331720" y="960120"/>
            <a:ext cx="2057400" cy="123444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331720" y="10515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🧠  Claude AI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423160" y="1417320"/>
            <a:ext cx="1874520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31720" y="146304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1FAE5"/>
                </a:solidFill>
              </a:rPr>
              <a:t>Content Generator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1FAE5"/>
                </a:solidFill>
              </a:rPr>
              <a:t>Post · Reply · Classify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480560" y="960120"/>
            <a:ext cx="2057400" cy="123444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480560" y="10515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📤  LinkedIn API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0" y="1417320"/>
            <a:ext cx="1874520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146304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1FAE5"/>
                </a:solidFill>
              </a:rPr>
              <a:t>REST /v2/ugcPosts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1FAE5"/>
                </a:solidFill>
              </a:rPr>
              <a:t>OAuth 2.0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629400" y="960120"/>
            <a:ext cx="2057400" cy="1234440"/>
          </a:xfrm>
          <a:prstGeom prst="rect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29400" y="10515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🌐  Browser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20840" y="1417320"/>
            <a:ext cx="1874520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146304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1FAE5"/>
                </a:solidFill>
              </a:rPr>
              <a:t>Playwright · Chromium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1FAE5"/>
                </a:solidFill>
              </a:rPr>
              <a:t>Session Persist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40280" y="1572768"/>
            <a:ext cx="9144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4389120" y="1572768"/>
            <a:ext cx="9144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6537960" y="1572768"/>
            <a:ext cx="9144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182880" y="2423160"/>
            <a:ext cx="877824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2880" y="24688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Data &amp; State Layer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2834640"/>
            <a:ext cx="2011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74320" y="28803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2044"/>
                </a:solidFill>
              </a:rPr>
              <a:t>📋  posts_log.json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3218688"/>
            <a:ext cx="182880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32461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Published post history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&amp; URLs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468880" y="2834640"/>
            <a:ext cx="2011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468880" y="28803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2044"/>
                </a:solidFill>
              </a:rPr>
              <a:t>🔒  replied_items.json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560320" y="3218688"/>
            <a:ext cx="182880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68880" y="32461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Dedup state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no double-replies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63440" y="2834640"/>
            <a:ext cx="2011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663440" y="28803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2044"/>
                </a:solidFill>
              </a:rPr>
              <a:t>🍪  linkedin_session.json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0" y="3218688"/>
            <a:ext cx="182880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32461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Browser session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cookies &amp; auth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858000" y="2834640"/>
            <a:ext cx="2011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858000" y="28803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2044"/>
                </a:solidFill>
              </a:rPr>
              <a:t>⚙️  .env config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949440" y="3218688"/>
            <a:ext cx="182880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32461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API keys · schedule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· headless mode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📝  Weekly Post Workflow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685800"/>
            <a:ext cx="27432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E40A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685800"/>
            <a:ext cx="411480" cy="16916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85800"/>
            <a:ext cx="4114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795528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</a:rPr>
              <a:t>Scheduler Triggers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1216152"/>
            <a:ext cx="201168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28016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Tuesday 9:00 AM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(APScheduler CronTrigger)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72968" y="685800"/>
            <a:ext cx="27432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F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72968" y="685800"/>
            <a:ext cx="411480" cy="169164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72968" y="685800"/>
            <a:ext cx="4114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75888" y="795528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</a:rPr>
              <a:t>Topic Selection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75888" y="1216152"/>
            <a:ext cx="201168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75888" y="128016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Cycles through 20-topic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AI/Data Eng pool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63056" y="685800"/>
            <a:ext cx="27432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6B21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63056" y="685800"/>
            <a:ext cx="411480" cy="169164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63056" y="685800"/>
            <a:ext cx="4114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665976" y="795528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</a:rPr>
              <a:t>Claude Generates Post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65976" y="1216152"/>
            <a:ext cx="201168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65976" y="128016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claude-opus-4-6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150–300 words, your voice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82880" y="2651760"/>
            <a:ext cx="27432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9A34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82880" y="2651760"/>
            <a:ext cx="411480" cy="1691640"/>
          </a:xfrm>
          <a:prstGeom prst="rect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2880" y="2651760"/>
            <a:ext cx="4114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85800" y="2761488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</a:rPr>
              <a:t>Try LinkedIn API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5800" y="3182112"/>
            <a:ext cx="201168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324612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POST /v2/ugcPosts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OAuth Bearer token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172968" y="2651760"/>
            <a:ext cx="27432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7C2D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72968" y="2651760"/>
            <a:ext cx="411480" cy="169164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72968" y="2651760"/>
            <a:ext cx="4114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3675888" y="2761488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</a:rPr>
              <a:t>Fallback: Browser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75888" y="3182112"/>
            <a:ext cx="201168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75888" y="324612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Playwright types &amp; submits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if API token expired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63056" y="2651760"/>
            <a:ext cx="27432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63056" y="2651760"/>
            <a:ext cx="411480" cy="169164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63056" y="2651760"/>
            <a:ext cx="4114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6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6665976" y="2761488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</a:rPr>
              <a:t>Log to posts_log.json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665976" y="3182112"/>
            <a:ext cx="201168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65976" y="324612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Saves post ID, text, URL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for context in replies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💬  Engagement &amp; Auto-Reply Workflow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</a:rPr>
              <a:t>Runs every 30 minutes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841248"/>
            <a:ext cx="4114800" cy="34747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84124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💬  COMMENT REPLIES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" y="1261872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0F20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1261872"/>
            <a:ext cx="91440" cy="420624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28016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044"/>
                </a:solidFill>
              </a:rPr>
              <a:t>Scan Notifications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" y="1472184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/notifications page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82880" y="1755648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0F20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82880" y="1755648"/>
            <a:ext cx="91440" cy="420624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77393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044"/>
                </a:solidFill>
              </a:rPr>
              <a:t>Scrape Comments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7472" y="1965960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per post via Playwright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82880" y="2249424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0F20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82880" y="2249424"/>
            <a:ext cx="91440" cy="420624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226771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044"/>
                </a:solidFill>
              </a:rPr>
              <a:t>Classify Comment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7472" y="2459736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question / praise / spam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82880" y="2743200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991B1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82880" y="2743200"/>
            <a:ext cx="91440" cy="420624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276148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044"/>
                </a:solidFill>
              </a:rPr>
              <a:t>Skip if Spam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7472" y="2953512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mark replied, move on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82880" y="3236976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0F20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82880" y="3236976"/>
            <a:ext cx="91440" cy="420624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325526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044"/>
                </a:solidFill>
              </a:rPr>
              <a:t>Generate Reply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7472" y="3447288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Claude AI, contextual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82880" y="3730752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065F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82880" y="3730752"/>
            <a:ext cx="91440" cy="420624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374904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044"/>
                </a:solidFill>
              </a:rPr>
              <a:t>Post Reply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47472" y="3941064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via browser automation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82880" y="4224528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0F20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82880" y="4224528"/>
            <a:ext cx="91440" cy="420624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" y="424281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044"/>
                </a:solidFill>
              </a:rPr>
              <a:t>Save to Dedup Store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4434840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replied_items.json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846320" y="841248"/>
            <a:ext cx="4114800" cy="347472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84124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📨  DIRECT MESSAGE REPLIES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46320" y="1261872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6B21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46320" y="1261872"/>
            <a:ext cx="91440" cy="420624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10912" y="128016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044"/>
                </a:solidFill>
              </a:rPr>
              <a:t>Open Messaging Inbox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010912" y="1472184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/messaging page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46320" y="1755648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6B21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46320" y="1755648"/>
            <a:ext cx="91440" cy="420624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10912" y="177393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044"/>
                </a:solidFill>
              </a:rPr>
              <a:t>Filter Unread Only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010912" y="1965960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badge detection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846320" y="2249424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6B21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846320" y="2249424"/>
            <a:ext cx="91440" cy="420624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10912" y="226771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044"/>
                </a:solidFill>
              </a:rPr>
              <a:t>Read Conversation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010912" y="2459736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last 4 messages context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846320" y="2743200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6B21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846320" y="2743200"/>
            <a:ext cx="91440" cy="420624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10912" y="276148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044"/>
                </a:solidFill>
              </a:rPr>
              <a:t>Generate DM Reply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010912" y="2953512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Claude AI, personalised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846320" y="3236976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9A34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846320" y="3236976"/>
            <a:ext cx="91440" cy="420624"/>
          </a:xfrm>
          <a:prstGeom prst="rect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10912" y="325526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044"/>
                </a:solidFill>
              </a:rPr>
              <a:t>Handle Intent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010912" y="3447288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collab / job / question / spam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846320" y="3730752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065F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4846320" y="3730752"/>
            <a:ext cx="91440" cy="420624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010912" y="374904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044"/>
                </a:solidFill>
              </a:rPr>
              <a:t>Send Reply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010912" y="3941064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via browser type &amp; submit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846320" y="4224528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6B21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4846320" y="4224528"/>
            <a:ext cx="91440" cy="420624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010912" y="424281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044"/>
                </a:solidFill>
              </a:rPr>
              <a:t>Save to Dedup Store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5010912" y="4434840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replied_items.json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🚀  Setup Process — 5 Steps to Go Live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658368"/>
            <a:ext cx="877824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1E40A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658368"/>
            <a:ext cx="457200" cy="7132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58368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49808" y="71323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</a:rPr>
              <a:t>Install Dependencies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49808" y="1005840"/>
            <a:ext cx="292608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0" y="731520"/>
            <a:ext cx="466344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60520" y="73152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playwright install chromium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2880" y="1453896"/>
            <a:ext cx="877824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065F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82880" y="1453896"/>
            <a:ext cx="457200" cy="71323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" y="1453896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49808" y="150876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</a:rPr>
              <a:t>Create LinkedIn Developer App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49808" y="1801368"/>
            <a:ext cx="292608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0" y="1527048"/>
            <a:ext cx="466344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60520" y="1527048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linkedin.com/developers/apps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Request: Share on LinkedIn scope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82880" y="2249424"/>
            <a:ext cx="877824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6B21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82880" y="2249424"/>
            <a:ext cx="457200" cy="713232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" y="2249424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49808" y="230428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</a:rPr>
              <a:t>Configure .env File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49808" y="2596896"/>
            <a:ext cx="292608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0" y="2322576"/>
            <a:ext cx="466344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60520" y="2322576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 .env.example .env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Fill: API keys, email, client ID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82880" y="3044952"/>
            <a:ext cx="877824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9A34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82880" y="3044952"/>
            <a:ext cx="457200" cy="713232"/>
          </a:xfrm>
          <a:prstGeom prst="rect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2880" y="3044952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49808" y="309981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</a:rPr>
              <a:t>Run OAuth Setup Wizard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49808" y="3392424"/>
            <a:ext cx="292608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0" y="3118104"/>
            <a:ext cx="466344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60520" y="3118104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main.py --setup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LINKEDIN_ACCESS_TOKEN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82880" y="3840480"/>
            <a:ext cx="877824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82880" y="3840480"/>
            <a:ext cx="457200" cy="71323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2880" y="3840480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" y="389534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</a:rPr>
              <a:t>First Login &amp; Test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49808" y="4187952"/>
            <a:ext cx="292608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14800" y="3913632"/>
            <a:ext cx="466344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60520" y="3913632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main.py --dry-run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Headless=false, complete 2FA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🧩  Module Breakdown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594360"/>
            <a:ext cx="4206240" cy="1298448"/>
          </a:xfrm>
          <a:prstGeom prst="rect">
            <a:avLst/>
          </a:prstGeom>
          <a:solidFill>
            <a:srgbClr val="FFFFFF"/>
          </a:solidFill>
          <a:ln w="19050">
            <a:solidFill>
              <a:srgbClr val="1E40A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594360"/>
            <a:ext cx="4206240" cy="34747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59436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linkedin_client.py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2608" y="987552"/>
            <a:ext cx="3986784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LinkedIn REST API wrapper. Handles OAuth, token exchange, post creation via /v2/ugcPosts, comment replies via /v2/socialActions.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63440" y="594360"/>
            <a:ext cx="4206240" cy="1298448"/>
          </a:xfrm>
          <a:prstGeom prst="rect">
            <a:avLst/>
          </a:prstGeom>
          <a:solidFill>
            <a:srgbClr val="FFFFFF"/>
          </a:solidFill>
          <a:ln w="19050">
            <a:solidFill>
              <a:srgbClr val="065F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594360"/>
            <a:ext cx="4206240" cy="34747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73168" y="59436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content_generator.py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73168" y="987552"/>
            <a:ext cx="3986784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Claude AI engine. Generates 150–300 word posts in Satyam's voice, classifies comments (question/praise/spam), writes contextual replies to comments and DMs.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82880" y="2029968"/>
            <a:ext cx="4206240" cy="12984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21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82880" y="2029968"/>
            <a:ext cx="4206240" cy="347472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" y="202996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browser_monitor.py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2608" y="2423160"/>
            <a:ext cx="3986784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Playwright Chromium controller. Logs into LinkedIn, saves/restores session cookies, scrapes notifications, post comments, and DM inbox.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2029968"/>
            <a:ext cx="4206240" cy="1298448"/>
          </a:xfrm>
          <a:prstGeom prst="rect">
            <a:avLst/>
          </a:prstGeom>
          <a:solidFill>
            <a:srgbClr val="FFFFFF"/>
          </a:solidFill>
          <a:ln w="19050">
            <a:solidFill>
              <a:srgbClr val="9A34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029968"/>
            <a:ext cx="4206240" cy="347472"/>
          </a:xfrm>
          <a:prstGeom prst="rect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73168" y="202996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reply_engine.py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73168" y="2423160"/>
            <a:ext cx="3986784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Orchestration layer. Deduplicates replies via JSON state file, routes spam to skip, calls Claude for replies, posts via browser.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82880" y="3465576"/>
            <a:ext cx="4206240" cy="1298448"/>
          </a:xfrm>
          <a:prstGeom prst="rect">
            <a:avLst/>
          </a:prstGeom>
          <a:solidFill>
            <a:srgbClr val="FFFFFF"/>
          </a:solidFill>
          <a:ln w="190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82880" y="3465576"/>
            <a:ext cx="4206240" cy="34747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3465576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agent.py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92608" y="3858768"/>
            <a:ext cx="3986784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Main orchestrator. Wires APScheduler (CronTrigger weekly post + IntervalTrigger 30-min engagement), handles signals for graceful shutdown.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3465576"/>
            <a:ext cx="4206240" cy="1298448"/>
          </a:xfrm>
          <a:prstGeom prst="rect">
            <a:avLst/>
          </a:prstGeom>
          <a:solidFill>
            <a:srgbClr val="FFFFFF"/>
          </a:solidFill>
          <a:ln w="19050">
            <a:solidFill>
              <a:srgbClr val="0E74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3465576"/>
            <a:ext cx="4206240" cy="3474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3465576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 + config.py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73168" y="3858768"/>
            <a:ext cx="3986784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CLI entry point (--post-now, --engage-now, --dry-run, --setup). Loads and validates all environment variables from .env on startup.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⚡  CLI Commands &amp; Configuration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</a:rPr>
              <a:t>CLI Commands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393192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941832"/>
            <a:ext cx="37856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main.py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47472" y="1179576"/>
            <a:ext cx="37856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Start full agent (scheduled mode)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481328"/>
            <a:ext cx="393192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490472"/>
            <a:ext cx="37856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main.py --post-now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47472" y="1728216"/>
            <a:ext cx="37856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Post right now (auto-topic)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2029968"/>
            <a:ext cx="393192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2039112"/>
            <a:ext cx="37856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main.py --post-now "topic"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47472" y="2276856"/>
            <a:ext cx="37856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Post on specific topic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74320" y="2578608"/>
            <a:ext cx="393192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587752"/>
            <a:ext cx="37856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main.py --engage-now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47472" y="2825496"/>
            <a:ext cx="37856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Run one reply cycle now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74320" y="3127248"/>
            <a:ext cx="393192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3136392"/>
            <a:ext cx="37856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main.py --dry-run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47472" y="3374136"/>
            <a:ext cx="37856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Test mode — no actual posting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" y="3675888"/>
            <a:ext cx="393192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3685032"/>
            <a:ext cx="37856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main.py --setup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3922776"/>
            <a:ext cx="37856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Run OAuth wizard (first time)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754880" y="59436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</a:rPr>
              <a:t>Key .env Settings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932688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0" y="950976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POST_DAY_OF_WEEK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059168" y="969264"/>
            <a:ext cx="731520" cy="18288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59168" y="96926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tuesday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46320" y="1197864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Day to post (mon–fri)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54880" y="1481328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46320" y="1499616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POST_HOUR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059168" y="1517904"/>
            <a:ext cx="731520" cy="18288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59168" y="151790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846320" y="1746504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Hour (24h) to post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754880" y="2029968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46320" y="2048256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ENGAGEMENT_INTERVAL_MINUTES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059168" y="2066544"/>
            <a:ext cx="731520" cy="18288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59168" y="206654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846320" y="2295144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Reply scan frequency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754880" y="2578608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846320" y="2596896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HEADLESS_BROWSER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059168" y="2615184"/>
            <a:ext cx="731520" cy="18288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59168" y="2615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846320" y="2843784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Hide browser window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754880" y="3127248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846320" y="3145536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DRY_RUN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059168" y="3163824"/>
            <a:ext cx="731520" cy="18288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59168" y="316382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846320" y="3392424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Test without posting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754880" y="3675888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4846320" y="3694176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CLAUDE_MODEL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059168" y="3712464"/>
            <a:ext cx="731520" cy="18288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059168" y="371246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claude-opus-4-6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846320" y="3941064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AI model to use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LinkedIn AI Agent — Architecture &amp; Process Workflow</dc:title>
  <dc:subject>PptxGenJS Presentation</dc:subject>
  <dc:creator>Satyam Agarwal</dc:creator>
  <cp:lastModifiedBy>Satyam Agarwal</cp:lastModifiedBy>
  <cp:revision>1</cp:revision>
  <dcterms:created xsi:type="dcterms:W3CDTF">2026-04-05T10:09:25Z</dcterms:created>
  <dcterms:modified xsi:type="dcterms:W3CDTF">2026-04-05T10:09:25Z</dcterms:modified>
</cp:coreProperties>
</file>